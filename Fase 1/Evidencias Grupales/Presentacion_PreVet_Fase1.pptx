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3" r:id="rId2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9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Portada · 20 s</a:t>
            </a:r>
          </a:p>
          <a:p/>
          <a:p>
            <a:r>
              <a:t>Buenos días. Somos Katalina Mora y Uciell Madrid.</a:t>
            </a:r>
          </a:p>
          <a:p>
            <a:r>
              <a:t>Nuestro proyecto se llama PreVet.</a:t>
            </a:r>
          </a:p>
          <a:p>
            <a:r>
              <a:t>Resuelve un problema que las clínicas veterinarias chicas tienen todos los días y no pueden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El problema · 50 s</a:t>
            </a:r>
          </a:p>
          <a:p/>
          <a:p>
            <a:r>
              <a:t>Las clínicas chicas agendan por WhatsApp, teléfono e Instagram.</a:t>
            </a:r>
          </a:p>
          <a:p>
            <a:r>
              <a:t>Pasan dos cosas. La primera: la gente no llega a su hora y ese bloque se pierde.</a:t>
            </a:r>
          </a:p>
          <a:p>
            <a:r>
              <a:t>La segunda, más grave: como no hay registro, la clínica no sabe cuántas horas pierde.</a:t>
            </a:r>
          </a:p>
          <a:p>
            <a:r>
              <a:t>→ Un problema que no se mide, no se puede gestionar.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Dónde y a quiénes · 40 s</a:t>
            </a:r>
          </a:p>
          <a:p/>
          <a:p>
            <a:r>
              <a:t>Trabajamos con la Clínica Clan, de Lo Pinto, y con otras de Batuco.</a:t>
            </a:r>
          </a:p>
          <a:p>
            <a:r>
              <a:t>Son clínicas chicas, de equipo reducido, lejos de las grandes cadenas.</a:t>
            </a:r>
          </a:p>
          <a:p>
            <a:r>
              <a:t>El sector es grande: 12 millones de mascotas en Chile, y las veterinarias crecieron 22% en la Región Metropolitana.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Lo que ya existe · 45 s</a:t>
            </a:r>
          </a:p>
          <a:p/>
          <a:p>
            <a:r>
              <a:t>Revisamos la oferta que hay en Chile: Wirevet, GVET, VeteSoft y otras.</a:t>
            </a:r>
          </a:p>
          <a:p>
            <a:r>
              <a:t>Miren la última columna: todas hacen exactamente lo mismo.</a:t>
            </a:r>
          </a:p>
          <a:p>
            <a:r>
              <a:t>→ Mandan el mismo recordatorio a todos. Ninguna mira el riesgo de cada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La brecha · 45 s</a:t>
            </a:r>
          </a:p>
          <a:p/>
          <a:p>
            <a:r>
              <a:t>Encontramos dos brechas.</a:t>
            </a:r>
          </a:p>
          <a:p>
            <a:r>
              <a:t>La primera: esos softwares parten en 60 mil pesos al mes. No llegan a las clínicas chicas.</a:t>
            </a:r>
          </a:p>
          <a:p>
            <a:r>
              <a:t>→ La segunda, y es la importante: nadie predice qué hora se va a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El punto de partida · 50 s</a:t>
            </a:r>
          </a:p>
          <a:p/>
          <a:p>
            <a:r>
              <a:t>No partimos de cero. Ya teníamos un sistema veterinario funcionando.</a:t>
            </a:r>
          </a:p>
          <a:p>
            <a:r>
              <a:t>Al revisarlo encontramos el hueco: una cita solo puede estar pendiente, completada o cancelada.</a:t>
            </a:r>
          </a:p>
          <a:p>
            <a:r>
              <a:t>→ No existe «no asistió». Si el tutor no llega, la cita queda pendiente para siempre.</a:t>
            </a:r>
          </a:p>
          <a:p>
            <a:r>
              <a:t>Ahí entra PreVet.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La innovación · 50 s</a:t>
            </a:r>
          </a:p>
          <a:p/>
          <a:p>
            <a:r>
              <a:t>Hoy el mercado reacciona: manda un recordatorio igual para todos.</a:t>
            </a:r>
          </a:p>
          <a:p>
            <a:r>
              <a:t>Nosotras calculamos el riesgo de cada hora antes de que llegue el día.</a:t>
            </a:r>
          </a:p>
          <a:p>
            <a:r>
              <a:t>Usamos el historial del tutor, la anticipación de la reserva, el día y el tipo de atención.</a:t>
            </a:r>
          </a:p>
          <a:p>
            <a:r>
              <a:t>→ Es traer a las veterinarias algo que en salud humana ya está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La solución · 45 s</a:t>
            </a:r>
          </a:p>
          <a:p/>
          <a:p>
            <a:r>
              <a:t>Cinco etapas, y el orden importa.</a:t>
            </a:r>
          </a:p>
          <a:p>
            <a:r>
              <a:t>Formalizar, estructurar, medir, predecir y recomendar.</a:t>
            </a:r>
          </a:p>
          <a:p>
            <a:r>
              <a:t>→ Primero lo hacemos medible. Después lo hacemos predecible.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Alcance comprometido · 45 s</a:t>
            </a:r>
          </a:p>
          <a:p/>
          <a:p>
            <a:r>
              <a:t>Acá dejamos cerrado el alcance, como pidió usted, profesor.</a:t>
            </a:r>
          </a:p>
          <a:p>
            <a:r>
              <a:t>A la izquierda lo que entregamos. A la derecha lo que queda fuera.</a:t>
            </a:r>
          </a:p>
          <a:p>
            <a:r>
              <a:t>La app va como prototipo, no construida. El machine learning es una mejora opcional.</a:t>
            </a:r>
          </a:p>
          <a:p>
            <a:r>
              <a:t>→ Preferimos comprometer poco y cumplirlo.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Mock-up de la app · 45 s</a:t>
            </a:r>
          </a:p>
          <a:p/>
          <a:p>
            <a:r>
              <a:t>Así se vería la app del tutor: elegir atención, elegir profesional y ver sus horas.</a:t>
            </a:r>
          </a:p>
          <a:p>
            <a:r>
              <a:t>Pero lo importante no es la app.</a:t>
            </a:r>
          </a:p>
          <a:p>
            <a:r>
              <a:t>→ Es el canal que captura los datos que hoy no existen. Sin datos no hay predicción.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Mock-up del tablero · 60 s</a:t>
            </a:r>
          </a:p>
          <a:p/>
          <a:p>
            <a:r>
              <a:t>Esto es lo que ve la administradora cada mañana.</a:t>
            </a:r>
          </a:p>
          <a:p>
            <a:r>
              <a:t>Arriba: cuántas horas se agendaron, cuántas se pierden y cuánto dinero representa.</a:t>
            </a:r>
          </a:p>
          <a:p>
            <a:r>
              <a:t>A la derecha lo clave: las horas en riesgo, y qué hacer con cada una.</a:t>
            </a:r>
          </a:p>
          <a:p>
            <a:r>
              <a:t>Los números son de ejemplo. Los reales salen de la entrevista con la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Arquitectura · 40 s</a:t>
            </a:r>
          </a:p>
          <a:p/>
          <a:p>
            <a:r>
              <a:t>Las dos primeras filas marcan la diferencia: el sistema base ya existía, la extensión es nuestra.</a:t>
            </a:r>
          </a:p>
          <a:p>
            <a:r>
              <a:t>→ El resto son herramientas gratuitas. El proyecto no requiere inversión.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Metodología · 50 s</a:t>
            </a:r>
          </a:p>
          <a:p/>
          <a:p>
            <a:r>
              <a:t>Usamos dos marcos, y no compiten entre sí.</a:t>
            </a:r>
          </a:p>
          <a:p>
            <a:r>
              <a:t>CRISP-DM ordena el trabajo con los datos. Es el estándar en proyectos de análisis.</a:t>
            </a:r>
          </a:p>
          <a:p>
            <a:r>
              <a:t>Y un marco ágil ordena la gestión, en tramos de dos semanas con un entregable cada uno.</a:t>
            </a:r>
          </a:p>
          <a:p>
            <a:r>
              <a:t>→ Si preguntan: una es para el análisis, la otra para la gestión.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Competencias · 40 s</a:t>
            </a:r>
          </a:p>
          <a:p/>
          <a:p>
            <a:r>
              <a:t>El proyecto aplica tres competencias del perfil de egreso.</a:t>
            </a:r>
          </a:p>
          <a:p>
            <a:r>
              <a:t>En la última columna está el indicador de calidad que cubre cada una.</a:t>
            </a:r>
          </a:p>
          <a:p>
            <a:r>
              <a:t>→ Las seis certificaciones de módulo que tenemos respaldan justamente estas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AMBAS · El equipo · 40 s</a:t>
            </a:r>
          </a:p>
          <a:p/>
          <a:p>
            <a:r>
              <a:t>KATALINA: Yo llevo los datos, el modelo de riesgo, el tablero y la gestión del proyecto.</a:t>
            </a:r>
          </a:p>
          <a:p>
            <a:r>
              <a:t>UCIELL: Yo llevo el análisis funcional, la preparación de datos, el prototipo y la calidad.</a:t>
            </a:r>
          </a:p>
          <a:p>
            <a:r>
              <a:t>→ La definición, la validación con la clínica y el informe los hacemos juntas.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Plan de trabajo · 35 s</a:t>
            </a:r>
          </a:p>
          <a:p/>
          <a:p>
            <a:r>
              <a:t>Doce actividades repartidas en las 18 semanas.</a:t>
            </a:r>
          </a:p>
          <a:p>
            <a:r>
              <a:t>→ Se superponen a propósito, para que ninguna de las dos quede esperando a la otra.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KATALINA · Riesgos · 45 s</a:t>
            </a:r>
          </a:p>
          <a:p/>
          <a:p>
            <a:r>
              <a:t>El riesgo principal era no tener datos históricos. Ya está resuelto.</a:t>
            </a:r>
          </a:p>
          <a:p>
            <a:r>
              <a:t>El sistema base genera datos de demostración; lo extendemos con las tasas reales de la clínica.</a:t>
            </a:r>
          </a:p>
          <a:p>
            <a:r>
              <a:t>→ Y esto importa: el proyecto se completa aunque el machine learning no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UCIELL · Cierre · 25 s</a:t>
            </a:r>
          </a:p>
          <a:p/>
          <a:p>
            <a:r>
              <a:t>Para cerrar: las clínicas chicas pierden horas y ni siquiera pueden medir cuántas.</a:t>
            </a:r>
          </a:p>
          <a:p>
            <a:r>
              <a:t>PreVet anticipa qué hora se va a perder, antes de que ocurra.</a:t>
            </a:r>
          </a:p>
          <a:p>
            <a:r>
              <a:t>Muchas gracias. Quedamos atentas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800" b="1" i="0">
                <a:solidFill>
                  <a:srgbClr val="FFFFFF"/>
                </a:solidFill>
                <a:latin typeface="Calibri"/>
              </a:rPr>
              <a:t>PreVet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BFD3E6"/>
                </a:solidFill>
                <a:latin typeface="Calibri"/>
              </a:rPr>
              <a:t>Sistema predictivo de gestión del riesgo de inasistencia para clínicas veterinarias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160520"/>
            <a:ext cx="2926080" cy="411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Capstone PTY4614 · Evaluación 1 · Presentación de proyecto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Katalina Mora Quiñones  ·  Uciell Madrid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Docente: Juan Alberto Gana Reyes  ·  Sede Plaza Norte  · 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Cómo agendan hoy las clínicas veterinarias pequeñas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4008" cy="18288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Canales informales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Las horas se piden, confirman y cancelan por llamada telefónica, WhatsApp e Instagram. No existe un sistema.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057400"/>
            <a:ext cx="64008" cy="1828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El cliente no llega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Horas reservadas a las que el tutor no se presenta y que no alcanzan a reasignarse: box vacío, profesional ocioso, ingreso perdido.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057400"/>
            <a:ext cx="64008" cy="182880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Nadie lo mide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Sin registro estructurado la clínica no sabe cuántas horas pierde, ni cuándo, ni cuánto le cuesta.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1110081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 problema que no se mide no se puede gestionar. Esa es la primera carencia que atacamos.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Dónde y a quiénes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Clínicas veterinarias periurbanas de la zona norte de la 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949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" cy="237744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Nuestro caso de 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24328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Clínica Veterinaria Clan — Lo Pinto
Junto a otros establecimientos de Batuco, que permiten contrastar los hallazgos.
Son clínicas pequeñas, de equipo reducido, fuera del radio de las grandes cadenas.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12.482.679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perros y gatos con tutor en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87752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60904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65 %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066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asiste a la veterinaria al menos 1 vez al año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09544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82696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22 %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284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creció el rubro veterinario en la RM durante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31336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04488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USD 1.942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502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tamaño del mercado de cuidado de mascotas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26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8A9AA8"/>
                </a:solidFill>
                <a:latin typeface="Calibri"/>
              </a:rPr>
              <a:t>Fuentes: Subdere / U. Católica · INE · Informes de Expertos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Lo que ya existe en el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Revisión de la oferta tecnológica en Chile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072"/>
                <a:gridCol w="4770598"/>
                <a:gridCol w="4220144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Solución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trata la inasistencia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Wirevet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Software integral. +240 clínicas. Desde $59.990/mes.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 por WhatsApp, igual para todos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GVET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Gestión de clínicas y petshops, con app para el cliente.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Avisos por WhatsApp, sin diferenciación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VeteSoft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Plataforma en la nube: agenda, facturación, inventario.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Recordatorios automáticos programados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Ponkis · Okvet · PawZone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Soluciones de gestión clínica de menor escala.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Recordatorios automáticos programados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00600"/>
            <a:ext cx="11100816" cy="914400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73152" cy="91440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3A2A"/>
                </a:solidFill>
                <a:latin typeface="Calibri"/>
              </a:rPr>
              <a:t>Todas hacen lo mismo: mandan el mismo recordatorio a todo el mundo. Ninguna distingue el riesgo.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brecha que 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Observación directa en terreno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94960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" cy="2148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No es que la tecnología no exista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24328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Existe, y es buena. Pero está diseñada para clínicas medianas y grandes de zonas urbanas centrales, con planes desde $59.990 mensuales.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94960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64008" cy="214884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Es que no llega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24328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En Lo Pinto y Batuco las clínicas siguen agendando por WhatsApp y llamada. La brecha no es de tecnología: es de adopción en un segmento desatendido.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11100816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Y hay una segunda brecha, más importante: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nadie estima la probabilidad de que una hora específica se pierda.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El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Ya tenemos un sistema funcionando. Le falta una sola cosa.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02920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21031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Lo que ya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Un sistema de gestión veterinaria en Django: pacientes, agenda, historial clínico, vacunas e inventario. Operativo.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2452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A9AA8"/>
                </a:solidFill>
                <a:latin typeface="Calibri"/>
              </a:rPr>
              <a:t>Desarrollado antes de esta asignatura, y así está declarado en el informe.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011680"/>
            <a:ext cx="5705856" cy="2880360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011680"/>
            <a:ext cx="73152" cy="288036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C3A2A"/>
                </a:solidFill>
                <a:latin typeface="Calibri"/>
              </a:rPr>
              <a:t>Lo que le falta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Una cita solo puede estar en tres estados: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57276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63824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pendiente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090672"/>
            <a:ext cx="157276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163824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completada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3090672"/>
            <a:ext cx="157276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163824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cancelada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12463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8C3A2A"/>
                </a:solidFill>
                <a:latin typeface="Calibri"/>
              </a:rPr>
              <a:t>No existe «no asistió».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Si el tutor no llega, la cita queda pendiente para siempre. La clínica no puede medir lo que pierde.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57800"/>
            <a:ext cx="11100816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Ahí entra PreVet: hacer medible lo que hoy no se registra, y después predecirlo.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innovación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De recordar a predecir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25780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A9AA8"/>
                </a:solidFill>
                <a:latin typeface="Calibri"/>
              </a:rPr>
              <a:t>HOY  ·  Reactivo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16936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Se manda un recordatorio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483864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Idéntico para todos los clientes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050791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922776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Después de reservar, sin evaluar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17720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489704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No se usan los datos históricos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383280"/>
            <a:ext cx="685800" cy="548640"/>
          </a:xfrm>
          <a:prstGeom prst="rightArrow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2011680"/>
            <a:ext cx="4837176" cy="3291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21284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09F3E"/>
                </a:solidFill>
                <a:latin typeface="Calibri"/>
              </a:rPr>
              <a:t>PREVET  ·  Predictivo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16936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7889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 calcula el riesgo de cada hora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483864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33558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Diferenciado según su historial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4050791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922776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 momento de reservar, anticipado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4617720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448970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Usa comportamiento previo y patrones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1110081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Trasladamos modelos de predicción de inasistencia ya validados en salud humana a un sector que todavía no los usa.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solución en cinco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Cada etapa resuelve una carencia concreta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2121408" cy="82296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42316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Formalizar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Modelamos el proceso real de agendamiento en BPMN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2148840"/>
            <a:ext cx="2121408" cy="82296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0168" y="242316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Estructurar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Agregamos el registro de inasistencia que hoy no existe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2148840"/>
            <a:ext cx="2121408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88736" y="2423160"/>
            <a:ext cx="502920" cy="502920"/>
          </a:xfrm>
          <a:prstGeom prst="ellipse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Medir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Indicadores: cuántas horas se pierden y cuánto cuestan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4344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4344" y="2148840"/>
            <a:ext cx="2121408" cy="8229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47304" y="2423160"/>
            <a:ext cx="502920" cy="5029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Predecir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4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Puntuación de riesgo por cada hora agendada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82912" y="2148840"/>
            <a:ext cx="2121408" cy="8229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05872" y="2423160"/>
            <a:ext cx="502920" cy="502920"/>
          </a:xfrm>
          <a:prstGeom prst="ellipse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Recomendar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Tablero con las horas en riesgo y qué hacer con cada una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100816" cy="8686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218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Primero lo hacemos medible. Después lo hacemos predecible.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Alcance comprometido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Qué entregamos en este proyecto y qué queda declarado fuera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9496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394960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F8A63"/>
                </a:solidFill>
                <a:latin typeface="Calibri"/>
              </a:rPr>
              <a:t>SÍ · Comprometido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862072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743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Registro de la inasistencia en el modelo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64991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46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Catálogo de tipos de atención, con duración y valor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67911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74903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Indicadores de gestión e impacto económico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370832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2519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Modelo de puntuación de riesgo en 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73752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754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Tablero en Power BI con acción recomendada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376672"/>
            <a:ext cx="118872" cy="11887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5257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Plan de pruebas y validación con la clínica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65960"/>
            <a:ext cx="539496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394960" cy="82296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A9AA8"/>
                </a:solidFill>
                <a:latin typeface="Calibri"/>
              </a:rPr>
              <a:t>NO · Fuera del alcance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62072"/>
            <a:ext cx="118872" cy="11887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Construcción de la app móvil del tutor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30358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8A9AA8"/>
                </a:solidFill>
                <a:latin typeface="Calibri"/>
              </a:rPr>
              <a:t>Se entrega como prototipo navegable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611879"/>
            <a:ext cx="118872" cy="11887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34930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Modelo de machine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3785615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8A9AA8"/>
                </a:solidFill>
                <a:latin typeface="Calibri"/>
              </a:rPr>
              <a:t>Mejora opcional si el tiempo alcanza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361688"/>
            <a:ext cx="118872" cy="11887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42428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Veterinario preferencial del tutor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453542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8A9AA8"/>
                </a:solidFill>
                <a:latin typeface="Calibri"/>
              </a:rPr>
              <a:t>Mejora deseable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111496"/>
            <a:ext cx="118872" cy="11887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5432" y="499262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Módulo de exámenes y laboratorios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52852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8A9AA8"/>
                </a:solidFill>
                <a:latin typeface="Calibri"/>
              </a:rPr>
              <a:t>Mejora deseable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35040"/>
            <a:ext cx="11100816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144768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Preferimos comprometer poco y cumplirlo, que prometer mucho y quedar debiendo.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Mock-up · Aplicación del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Prototipo navegable de la interfaz del 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Agendar 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39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39" y="2578608"/>
            <a:ext cx="54864" cy="53035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456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Clínica Clan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Lo Pinto · Abierto hoy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39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2456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Tipo de atención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Consulta general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39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2456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Mascota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456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Michi · Felino, 4 años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39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2456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Fecha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Lun 25 de agosto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39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4439" y="5065775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62456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Continuar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85615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85615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Elegir profesional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86200" y="2578608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4215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Dra. Paz Herrera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4215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Medicina general · 11:30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200400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4215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Dr. Luis Contreras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215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Cirugía · 12:00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86200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86200" y="3822191"/>
            <a:ext cx="54864" cy="53035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4215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Dra. Ana Rojas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215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Sin cupo hoy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14215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Ver más horarios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4215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5065775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14215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Confirmar hora 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14215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37376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37376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Mis horas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37960" y="2578608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5976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Lun 25 · 11:30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5976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Consulta · Dra. Herrera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37960" y="3200400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65976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Confirmar asistencia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5976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Toca para confirmar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37960" y="3822191"/>
            <a:ext cx="54864" cy="530352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65976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Cancelar hora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5976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Sin costo hasta 24 h antes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37960" y="4443983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65976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Jue 04 · 17:00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65976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Vacunación · Dr. Contreras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65976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Historial de Michi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65976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3 atenciones previas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1828800"/>
            <a:ext cx="2423160" cy="4069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35440" y="1828800"/>
            <a:ext cx="64008" cy="406908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91472" y="19933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Por qué importa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91472" y="2487168"/>
            <a:ext cx="19659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La app no es solo comodidad para el tutor.
Es el canal que captura los datos que hoy no existen: quién reserva, cuándo, con cuánta anticipación, si confirma y si cancela.
Sin esos datos no hay predicción posible.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Mock-up · Tablero de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Lo que ve la administradora cada mañana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100816" cy="397763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2514600" cy="6400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Horas agendadas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142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esta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194560"/>
            <a:ext cx="2514600" cy="6400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Tasa de inasistencia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18,3 %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26 horas perdidas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194560"/>
            <a:ext cx="2514600" cy="6400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Ingreso no percibido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$ 676.000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estimado del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0536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2194560"/>
            <a:ext cx="2514600" cy="64008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Horas en riesgo alto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próximos 3 días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429000"/>
            <a:ext cx="51206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5478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Inasistencia por día de la semana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4459986"/>
            <a:ext cx="502920" cy="67894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Lun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706874"/>
            <a:ext cx="502920" cy="43205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2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Mar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4620463"/>
            <a:ext cx="502920" cy="5184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Mié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768596"/>
            <a:ext cx="502920" cy="37033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Jue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4299508"/>
            <a:ext cx="502920" cy="839419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Vie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966210"/>
            <a:ext cx="502920" cy="117271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Sáb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42900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5478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Horas en riesgo · acción recomendada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950208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3950208"/>
            <a:ext cx="54864" cy="38404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00507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Mar 26 · 10:00 · J. Pérez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4032504"/>
            <a:ext cx="566928" cy="21945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050792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0233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Pedir confirmación telefónica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379976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4379976"/>
            <a:ext cx="54864" cy="38404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43484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Mar 26 · 16:30 · M. Silva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4462272"/>
            <a:ext cx="566928" cy="21945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48056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4531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Ofrecer en lista de espera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809744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46520" y="4809744"/>
            <a:ext cx="54864" cy="3840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864607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Mié 27 · 09:00 · C. Rivas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4892040"/>
            <a:ext cx="566928" cy="21945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491032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488289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Reforzar recordatorio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5239512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6520" y="5239512"/>
            <a:ext cx="54864" cy="384048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294375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Mié 27 · 12:00 · P. Soto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0" y="5321807"/>
            <a:ext cx="566928" cy="21945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0" y="53400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53126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Sin acción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Arquitectura y 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Qué construimos y con qué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5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299"/>
                <a:gridCol w="3394464"/>
                <a:gridCol w="532105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Sistema base Huellitas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Django 4.2 · SQLite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Pacientes, profesionales, agenda, roles — preexistente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Extensión del modelo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Django ORM · migraciones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Registro de inasistencia y variables predictoras — aporte del equipo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Modelamiento del proceso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BPMN — Bizagi Modeler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Representación formal del proceso y sus puntos críticos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Indicadores de gestión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Consultas SQL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Tasa de inasistencia, distribución e impacto económico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Modelo predictivo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Puntuación por reglas en SQL
(opcional: Python + scikit-learn)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Probabilidad de inasistencia y clasificación por nivel de riesgo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Tablero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Power BI Desktop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Indicadores, horas en riesgo y acción recomendada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Prototipo de interfaz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Figma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Especificación navegable de la app del tutor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Katalon Studio · Postman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Integridad del modelo, exactitud de indicadores y del modelo predictivo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Control de versiones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Git · GitHub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Trazabilidad del desarrollo y de los aportes individuales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CRISP-DM para el análisis, marco ágil para la gestión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Comprensión del negocio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9424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32304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Comprensión de los datos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33088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Preparación de los datos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16752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0416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Evaluación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84080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64008" cy="210312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Gestión ágil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Incrementos de 2 semanas, cada uno con un entregable verificable. Revisión de avance al cierre de cada incremento contra la carta Gantt.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3657600"/>
            <a:ext cx="64008" cy="21031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Gestión de riesgos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Matriz de probabilidad e impacto revisada en cada incremento, con plan de mitigación y contingencia. Es método y a la vez objeto del proyecto.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3657600"/>
            <a:ext cx="64008" cy="210312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Calidad y resguardo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Plan de pruebas con casos documentados. Todo dato de la clínica se anonimiza y se trabaja con consentimiento informado.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Qué pone en práctica el proyecto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79"/>
                <a:gridCol w="6330217"/>
                <a:gridCol w="1559618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Competencia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Cómo la aplica el proyecto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Indicadores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Gestionar proyectos informáticos, ofreciendo alternativas para la toma de decisiones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Planificación, alcance, carta Gantt y gestión de riesgos. El producto final es, además, una herramienta de gestión de riesgos.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2.1 · 2.2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Construir modelos de datos escalables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no tiene información estructurada: se diseña, normaliza e implementa el modelo, pensado para replicarse en otras clínicas.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3.1 · 3.2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Realizar pruebas de certificación de productos y procesos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decidirá con la información que entrega el sistema, por lo que su validez se verifica con un plan de pruebas formal.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1.1 · 1.2 · 1.3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166360"/>
            <a:ext cx="11100816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Respaldadas por 6 Certificaciones de Módulo Duoc UC: Modelos de Datos · Requerimientos · Arquitectura · Calidad de Software · Gestión de Proyectos · Inteligencia de Negocios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Distribución de responsabilidades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949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64008" cy="2926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Katalina Mora Quiñones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004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Analista de datos y gestora del proyecto
· Conducción de entrevistas
· Modelamiento BPMN del proceso
· Diseño e implementación del modelo de datos
· Indicadores de gestión
· Modelo de puntuación de riesgo
· Tablero de visualización
· Planificación y gestión de riesgos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3949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292608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7627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Uciell Madrid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7004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Analista funcional y encargada de calidad
· Registro y sistematización de entrevistas
· Preparación y anonimización de los datos
· Diseño del prototipo de interfaz
· Diseño y ejecución del plan de pruebas
· Consolidación de la documentación técnica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00816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4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Conjuntas: definición del proyecto · validación con la clínica · informe final · presentación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11008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A9AA8"/>
                </a:solidFill>
                <a:latin typeface="Calibri"/>
              </a:rPr>
              <a:t>El sistema base Huellitas fue desarrollado antes de esta asignatura por Katalina Mora junto a una colaboradora externa. El módulo de riesgo de inasistencia es aporte íntegro del equipo.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12 actividades distribuidas en 18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554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9396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238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5080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7922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0764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Definición del Proyecto APT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67712"/>
            <a:ext cx="1407213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Levantamiento de requerimientos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5334" y="2569464"/>
            <a:ext cx="1407213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1635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Modelamiento del proceso (BPMN)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8176" y="2871216"/>
            <a:ext cx="1046266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1810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Modelo de datos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9124" y="3172968"/>
            <a:ext cx="1407213" cy="182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1985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Preparación y carga de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1018" y="3474720"/>
            <a:ext cx="1046266" cy="182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2160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Indicadores de gestión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2913" y="3776472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Modelo de puntuación de riesgo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3861" y="4078224"/>
            <a:ext cx="1407213" cy="18288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251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Prototipo de interfaz móvil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4808" y="4379976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2686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Tablero de visualización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55755" y="4681728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2861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Plan de pruebas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6703" y="4983480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3036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Validación con la clínica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77650" y="5285232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5321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Informe final y presentación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38597" y="5586984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1100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A9AA8"/>
                </a:solidFill>
                <a:latin typeface="Calibri"/>
              </a:rPr>
              <a:t>Fase 1: semanas 1-4  ·  Fase 2: semanas 5-16  ·  Fase 3: semanas 16-18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Riesgos identificados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Y cómo los abordamos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79"/>
                <a:gridCol w="917422"/>
                <a:gridCol w="1009165"/>
                <a:gridCol w="596324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Impacto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no conserva datos históricos digitales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El sistema base ya genera datos de demostración: se extiende para producir historial de inasistencias con las tasas que reporte la clínica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Baja disponibilidad de la clínica para entrevistas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Instrumento acotado a 40 minutos y contacto con más de un establecimiento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Dependencias entre las actividades del equipo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Incrementos de 2 semanas y actividades superpuestas en la Gantt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Brecha técnica del equipo en modelado predictivo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Modelo por reglas en SQL como línea base; machine learning como mejora opcional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40680"/>
            <a:ext cx="11100816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El proyecto se completa aunque la etapa de machine learning no alcance a desarrollarse.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17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FA8C4"/>
                </a:solidFill>
                <a:latin typeface="Calibri"/>
              </a:rPr>
              <a:t>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Las clínicas veterinarias pequeñas pierden horas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y ni siquiera pueden medir cuántas.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PreVet estructura esos datos y anticipa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qué hora se va a perder, antes de que ocurra.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800600"/>
            <a:ext cx="2926080" cy="411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Katalina Mora Quiñones  ·  Uciell Madrid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Capstone PTY4614 · Evaluación 1 · Septiembre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